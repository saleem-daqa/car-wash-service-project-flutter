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e74ea594e543f8" /><Relationship Type="http://schemas.openxmlformats.org/officeDocument/2006/relationships/extended-properties" Target="/docProps/app.xml" Id="Ra5521d8bcab146aa" /><Relationship Type="http://schemas.openxmlformats.org/officeDocument/2006/relationships/officeDocument" Target="/ppt/presentation.xml" Id="R47f59ba2f0ef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ec790ad824347"/>
  </p:sldMasterIdLst>
  <p:notesMasterIdLst>
    <p:notesMasterId xmlns:r="http://schemas.openxmlformats.org/officeDocument/2006/relationships" r:id="R666a35605a5945aa"/>
  </p:notesMasterIdLst>
  <p:sldIdLst>
    <p:sldId xmlns:r="http://schemas.openxmlformats.org/officeDocument/2006/relationships" id="256" r:id="R79de0b2cdbb94349"/>
    <p:sldId xmlns:r="http://schemas.openxmlformats.org/officeDocument/2006/relationships" id="257" r:id="R5a20fac54f6c4d4a"/>
    <p:sldId xmlns:r="http://schemas.openxmlformats.org/officeDocument/2006/relationships" id="258" r:id="R3c3db83765494862"/>
    <p:sldId xmlns:r="http://schemas.openxmlformats.org/officeDocument/2006/relationships" id="259" r:id="Refebcc4509574a4e"/>
    <p:sldId xmlns:r="http://schemas.openxmlformats.org/officeDocument/2006/relationships" id="260" r:id="Rc697634db70f457f"/>
    <p:sldId xmlns:r="http://schemas.openxmlformats.org/officeDocument/2006/relationships" id="261" r:id="R6c4a86ce09c6470d"/>
    <p:sldId xmlns:r="http://schemas.openxmlformats.org/officeDocument/2006/relationships" id="262" r:id="R41bf48ef65a94ba6"/>
    <p:sldId xmlns:r="http://schemas.openxmlformats.org/officeDocument/2006/relationships" id="263" r:id="R57523e31f2d3410c"/>
    <p:sldId xmlns:r="http://schemas.openxmlformats.org/officeDocument/2006/relationships" id="264" r:id="R8f17eac9dc214152"/>
    <p:sldId xmlns:r="http://schemas.openxmlformats.org/officeDocument/2006/relationships" id="265" r:id="Rcb06fca6376c47d0"/>
    <p:sldId xmlns:r="http://schemas.openxmlformats.org/officeDocument/2006/relationships" id="266" r:id="R76e4900b61614566"/>
    <p:sldId xmlns:r="http://schemas.openxmlformats.org/officeDocument/2006/relationships" id="267" r:id="Rabd02ecb38684fb5"/>
    <p:sldId xmlns:r="http://schemas.openxmlformats.org/officeDocument/2006/relationships" id="268" r:id="Ree5ac01e58514dec"/>
    <p:sldId xmlns:r="http://schemas.openxmlformats.org/officeDocument/2006/relationships" id="269" r:id="Rc1b0037e26374528"/>
    <p:sldId xmlns:r="http://schemas.openxmlformats.org/officeDocument/2006/relationships" id="270" r:id="R997f52272a8949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ec790ad824347" /><Relationship Type="http://schemas.openxmlformats.org/officeDocument/2006/relationships/theme" Target="/ppt/theme/theme1.xml" Id="R90c63bdf50504069" /><Relationship Type="http://schemas.openxmlformats.org/officeDocument/2006/relationships/notesMaster" Target="/ppt/notesMasters/notesMaster1.xml" Id="R666a35605a5945aa" /><Relationship Type="http://schemas.openxmlformats.org/officeDocument/2006/relationships/presProps" Target="/ppt/presProps.xml" Id="Rfb8329ba953a42af" /><Relationship Type="http://schemas.openxmlformats.org/officeDocument/2006/relationships/viewProps" Target="/ppt/viewProps.xml" Id="Rf0722d9bfe4f4a94" /><Relationship Type="http://schemas.openxmlformats.org/officeDocument/2006/relationships/tableStyles" Target="/ppt/tableStyles.xml" Id="R4fb2116c595a4803" /><Relationship Type="http://schemas.openxmlformats.org/officeDocument/2006/relationships/slide" Target="/ppt/slides/slide1.xml" Id="R79de0b2cdbb94349" /><Relationship Type="http://schemas.openxmlformats.org/officeDocument/2006/relationships/slide" Target="/ppt/slides/slide2.xml" Id="R5a20fac54f6c4d4a" /><Relationship Type="http://schemas.openxmlformats.org/officeDocument/2006/relationships/slide" Target="/ppt/slides/slide3.xml" Id="R3c3db83765494862" /><Relationship Type="http://schemas.openxmlformats.org/officeDocument/2006/relationships/slide" Target="/ppt/slides/slide4.xml" Id="Refebcc4509574a4e" /><Relationship Type="http://schemas.openxmlformats.org/officeDocument/2006/relationships/slide" Target="/ppt/slides/slide5.xml" Id="Rc697634db70f457f" /><Relationship Type="http://schemas.openxmlformats.org/officeDocument/2006/relationships/slide" Target="/ppt/slides/slide6.xml" Id="R6c4a86ce09c6470d" /><Relationship Type="http://schemas.openxmlformats.org/officeDocument/2006/relationships/slide" Target="/ppt/slides/slide7.xml" Id="R41bf48ef65a94ba6" /><Relationship Type="http://schemas.openxmlformats.org/officeDocument/2006/relationships/slide" Target="/ppt/slides/slide8.xml" Id="R57523e31f2d3410c" /><Relationship Type="http://schemas.openxmlformats.org/officeDocument/2006/relationships/slide" Target="/ppt/slides/slide9.xml" Id="R8f17eac9dc214152" /><Relationship Type="http://schemas.openxmlformats.org/officeDocument/2006/relationships/slide" Target="/ppt/slides/slide10.xml" Id="Rcb06fca6376c47d0" /><Relationship Type="http://schemas.openxmlformats.org/officeDocument/2006/relationships/slide" Target="/ppt/slides/slide11.xml" Id="R76e4900b61614566" /><Relationship Type="http://schemas.openxmlformats.org/officeDocument/2006/relationships/slide" Target="/ppt/slides/slide12.xml" Id="Rabd02ecb38684fb5" /><Relationship Type="http://schemas.openxmlformats.org/officeDocument/2006/relationships/slide" Target="/ppt/slides/slide13.xml" Id="Ree5ac01e58514dec" /><Relationship Type="http://schemas.openxmlformats.org/officeDocument/2006/relationships/slide" Target="/ppt/slides/slide14.xml" Id="Rc1b0037e26374528" /><Relationship Type="http://schemas.openxmlformats.org/officeDocument/2006/relationships/slide" Target="/ppt/slides/slide15.xml" Id="R997f52272a8949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b416c25f3a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3853f38664fd5" /><Relationship Type="http://schemas.openxmlformats.org/officeDocument/2006/relationships/notesMaster" Target="/ppt/notesMasters/notesMaster1.xml" Id="R3019552bfc3a49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3eccc608d4210" /><Relationship Type="http://schemas.openxmlformats.org/officeDocument/2006/relationships/notesMaster" Target="/ppt/notesMasters/notesMaster1.xml" Id="R644fa89499b649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200e1584843ea" /><Relationship Type="http://schemas.openxmlformats.org/officeDocument/2006/relationships/notesMaster" Target="/ppt/notesMasters/notesMaster1.xml" Id="R326e36a1ed1d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8ecce5b194440" /><Relationship Type="http://schemas.openxmlformats.org/officeDocument/2006/relationships/notesMaster" Target="/ppt/notesMasters/notesMaster1.xml" Id="R8dfb5ddf38c74a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fd57e7a8ce46a2" /><Relationship Type="http://schemas.openxmlformats.org/officeDocument/2006/relationships/notesMaster" Target="/ppt/notesMasters/notesMaster1.xml" Id="R1c3e4ece88224c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e6b9925bd84514" /><Relationship Type="http://schemas.openxmlformats.org/officeDocument/2006/relationships/notesMaster" Target="/ppt/notesMasters/notesMaster1.xml" Id="R595619a8ec8a44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d039534a6842b5" /><Relationship Type="http://schemas.openxmlformats.org/officeDocument/2006/relationships/notesMaster" Target="/ppt/notesMasters/notesMaster1.xml" Id="R00a2b354b99b4d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9d89886bd14cbf" /><Relationship Type="http://schemas.openxmlformats.org/officeDocument/2006/relationships/notesMaster" Target="/ppt/notesMasters/notesMaster1.xml" Id="Rbbbd23d5ecb348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0c9d1b38074ee1" /><Relationship Type="http://schemas.openxmlformats.org/officeDocument/2006/relationships/notesMaster" Target="/ppt/notesMasters/notesMaster1.xml" Id="R6b8d5bdb528a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7fe1b6a47c46cf" /><Relationship Type="http://schemas.openxmlformats.org/officeDocument/2006/relationships/notesMaster" Target="/ppt/notesMasters/notesMaster1.xml" Id="R805c98bd46f340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fbbf85398f4246" /><Relationship Type="http://schemas.openxmlformats.org/officeDocument/2006/relationships/notesMaster" Target="/ppt/notesMasters/notesMaster1.xml" Id="Re072e79218584a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ee77223e3647b0" /><Relationship Type="http://schemas.openxmlformats.org/officeDocument/2006/relationships/notesMaster" Target="/ppt/notesMasters/notesMaster1.xml" Id="Rff03c20dee6840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db303fce5648e7" /><Relationship Type="http://schemas.openxmlformats.org/officeDocument/2006/relationships/notesMaster" Target="/ppt/notesMasters/notesMaster1.xml" Id="R46f39c23ac884e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aef82a66984422" /><Relationship Type="http://schemas.openxmlformats.org/officeDocument/2006/relationships/notesMaster" Target="/ppt/notesMasters/notesMaster1.xml" Id="Ra8496530256a4b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a48aad7b9d46bd" /><Relationship Type="http://schemas.openxmlformats.org/officeDocument/2006/relationships/notesMaster" Target="/ppt/notesMasters/notesMaster1.xml" Id="Raa3601ea014d42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999a4352244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02188204dc4caa" /><Relationship Type="http://schemas.openxmlformats.org/officeDocument/2006/relationships/slideLayout" Target="/ppt/slideLayouts/slideLayout2.xml" Id="R949cb05d8e6c42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cb05d8e6c42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073dd16124935" /><Relationship Type="http://schemas.openxmlformats.org/officeDocument/2006/relationships/image" Target="/ppt/media/image.png" Id="R13ba51eddbbe4e75" /><Relationship Type="http://schemas.openxmlformats.org/officeDocument/2006/relationships/notesSlide" Target="/ppt/notesSlides/notesSlide1.xml" Id="Re9a03faff385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a889b7eb364b74" /><Relationship Type="http://schemas.openxmlformats.org/officeDocument/2006/relationships/image" Target="/ppt/media/image2.png" Id="R405ec8095c5e4bc1" /><Relationship Type="http://schemas.openxmlformats.org/officeDocument/2006/relationships/image" Target="/ppt/media/image.svg" Id="Rce23f4e0adca4b90" /><Relationship Type="http://schemas.openxmlformats.org/officeDocument/2006/relationships/notesSlide" Target="/ppt/notesSlides/notesSlide2.xml" Id="R2518c530254f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9d8f846fc49eb" /><Relationship Type="http://schemas.openxmlformats.org/officeDocument/2006/relationships/notesSlide" Target="/ppt/notesSlides/notesSlide3.xml" Id="R0dcfce1a9a744b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6f22b38235424c" /><Relationship Type="http://schemas.openxmlformats.org/officeDocument/2006/relationships/notesSlide" Target="/ppt/notesSlides/notesSlide4.xml" Id="R5d8592dceb39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47923cbd5b4384" /><Relationship Type="http://schemas.openxmlformats.org/officeDocument/2006/relationships/image" Target="/ppt/media/image3.png" Id="R853cfdfc540b4ef0" /><Relationship Type="http://schemas.openxmlformats.org/officeDocument/2006/relationships/image" Target="/ppt/media/image2.svg" Id="R506dafc075074a30" /><Relationship Type="http://schemas.openxmlformats.org/officeDocument/2006/relationships/image" Target="/ppt/media/image4.png" Id="R3565cf46e9844adc" /><Relationship Type="http://schemas.openxmlformats.org/officeDocument/2006/relationships/image" Target="/ppt/media/image3.svg" Id="R4b8f28d5c8d740eb" /><Relationship Type="http://schemas.openxmlformats.org/officeDocument/2006/relationships/image" Target="/ppt/media/image5.png" Id="Rd6ad6bb210c64003" /><Relationship Type="http://schemas.openxmlformats.org/officeDocument/2006/relationships/image" Target="/ppt/media/image4.svg" Id="Reff0dd56b001497a" /><Relationship Type="http://schemas.openxmlformats.org/officeDocument/2006/relationships/notesSlide" Target="/ppt/notesSlides/notesSlide5.xml" Id="Rf5ceb6d69af14f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19f586c2b04e4a" /><Relationship Type="http://schemas.openxmlformats.org/officeDocument/2006/relationships/notesSlide" Target="/ppt/notesSlides/notesSlide6.xml" Id="Re6a8507b34a045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1a814758842a3" /><Relationship Type="http://schemas.openxmlformats.org/officeDocument/2006/relationships/image" Target="/ppt/media/image6.png" Id="Ra165ba52bf874a7c" /><Relationship Type="http://schemas.openxmlformats.org/officeDocument/2006/relationships/image" Target="/ppt/media/image5.svg" Id="Rc238cc1b4fb94070" /><Relationship Type="http://schemas.openxmlformats.org/officeDocument/2006/relationships/image" Target="/ppt/media/image7.png" Id="Rfc3ff4662aff4844" /><Relationship Type="http://schemas.openxmlformats.org/officeDocument/2006/relationships/image" Target="/ppt/media/image6.svg" Id="R25ea9019547f4eb8" /><Relationship Type="http://schemas.openxmlformats.org/officeDocument/2006/relationships/notesSlide" Target="/ppt/notesSlides/notesSlide7.xml" Id="R594221b4cc8f41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075b4eeff04913" /><Relationship Type="http://schemas.openxmlformats.org/officeDocument/2006/relationships/notesSlide" Target="/ppt/notesSlides/notesSlide8.xml" Id="R091c52be3cfc44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d16dae7584770" /><Relationship Type="http://schemas.openxmlformats.org/officeDocument/2006/relationships/notesSlide" Target="/ppt/notesSlides/notesSlide9.xml" Id="R8179c3f71dd241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a2f00e991c43c8" /><Relationship Type="http://schemas.openxmlformats.org/officeDocument/2006/relationships/notesSlide" Target="/ppt/notesSlides/notesSlide10.xml" Id="R16baa244d1a94d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514044ce024531" /><Relationship Type="http://schemas.openxmlformats.org/officeDocument/2006/relationships/image" Target="/ppt/media/image8.png" Id="R19f67410ca37498c" /><Relationship Type="http://schemas.openxmlformats.org/officeDocument/2006/relationships/image" Target="/ppt/media/image7.svg" Id="Re1074049e59c4ba4" /><Relationship Type="http://schemas.openxmlformats.org/officeDocument/2006/relationships/notesSlide" Target="/ppt/notesSlides/notesSlide11.xml" Id="R1e890c160db449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1587dc8a74670" /><Relationship Type="http://schemas.openxmlformats.org/officeDocument/2006/relationships/notesSlide" Target="/ppt/notesSlides/notesSlide12.xml" Id="R27267236b9074d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1e176651140d3" /><Relationship Type="http://schemas.openxmlformats.org/officeDocument/2006/relationships/notesSlide" Target="/ppt/notesSlides/notesSlide13.xml" Id="R013cd7357de541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778f020f84658" /><Relationship Type="http://schemas.openxmlformats.org/officeDocument/2006/relationships/notesSlide" Target="/ppt/notesSlides/notesSlide14.xml" Id="Rab6f080542b941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765d7bcfd4ca2" /><Relationship Type="http://schemas.openxmlformats.org/officeDocument/2006/relationships/notesSlide" Target="/ppt/notesSlides/notesSlide15.xml" Id="Rb0de7d3a8eac43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5AD95-264B-4795-BBE9-8955921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a51eddbbe4e75"/>
          <a:srcRect xmlns:a="http://schemas.openxmlformats.org/drawingml/2006/main" l="0" t="3846" r="0" b="3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AEB25-3177-4E62-AEA9-D6CEFF40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8D7C5-8F4A-4007-9AF1-A76B3B7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796FC-8E35-4959-BE42-B498CDC3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571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 Wash Service Booking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D85F5-58A3-4A99-B9FD-7D79D53F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7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DE7F2"/>
                </a:solidFill>
                <a:latin typeface="Aptos"/>
                <a:ea typeface="Aptos"/>
                <a:cs typeface="Aptos"/>
              </a:rPr>
              <a:t>Production-ready overview of the Flutter mobile app, PHP backend, MySQL database, SQL improvements, and QA coverage.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BF06E-3D73-4000-A2CC-D65417B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61893-DCCF-4C06-9798-E1F18010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93D0C-81C9-418F-B984-85414DC2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E2DEE-4D67-4F8C-81B3-A499CE15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Main user roles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8D0D7-5480-48D7-877F-AF98D742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95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32B03-628A-4B6B-A96C-3B2A0277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95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D4100-9889-40B9-B3FB-70AE611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24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F0410-C31D-4648-80F9-378A1E3A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Core DB tables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80688-8202-47CB-8428-C25048C1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C961B-B677-41A2-AA2F-EDFD1F3F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9EC23-18AE-4EFA-92D9-3770DE2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40+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310F0-C137-4D3F-8FBF-EBD9802F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19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API endpoints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17AEB-432C-487D-AF01-388144D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Prepared on May 14, 2026</a:t>
            </a:r>
          </a:p>
        </p:txBody>
      </p:sp>
    </p:spTree>
    <p:extLst>
      <p:ext uri="{BB962C8B-B14F-4D97-AF65-F5344CB8AC3E}">
        <p14:creationId xmlns:p14="http://schemas.microsoft.com/office/powerpoint/2010/main" val="11202982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DBA9E-9E79-474F-84A6-82D45D2E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8B6C5-5066-421C-8B0B-FD8937DB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APPLICATION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BEC5F-557F-4221-98CD-DF82C697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 complete mobile workflow for on-demand car wash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A85A1-F1F2-4668-BB95-04636A41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application connects customers, employees, and managers through a shared booking, wallet, team, and feedback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EC6DE-EA6C-4F7E-B8EA-E0EC3FD3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ec8095c5e4bc1">
            <a:extLst>
              <a:ext uri="{96DAC541-7B7A-43D3-8B79-37D633B846F1}">
                <asvg:svgBlip xmlns:asvg="http://schemas.microsoft.com/office/drawing/2016/SVG/main" r:embed="Rce23f4e0adca4b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0" y="7429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73EF2-F2F8-4956-A959-A42F3E7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4AA75-FAC6-4B9C-96FC-6419E738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3859D-1BB8-40B6-9073-CDA6A8CB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Customer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8A45B-FC38-45A1-9F9F-11A28C0C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Register, manage vehicles, select services, choose location/time, pay by cash, card, or wallet, and rate completed jobs.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9969B-5B03-4D84-B72E-A6BE973E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6165A-F397-4054-A5FC-27CC9F39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D7F63-4ECD-4801-AC6F-CA672FF5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Operational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17CB0-A74C-4889-B8FB-86B4CCA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Employees receive assigned jobs with customer, vehicle, service, payment, and location details; then update job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A6509-B081-4267-A817-87C11BDD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B1849-BF92-43E5-93CA-04D1566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1BF7E-172C-47E3-B6DB-C5827A75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Management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09AB5-E46F-478C-B863-C8FDC41B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Managers oversee bookings, services, teams, company cars, employees, dashboard metrics, and recent activity.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06B0B-0D89-47B0-BA67-6CD3F405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C8773-6911-4506-96FB-8EED3A20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9D4DF-6CB3-4B13-AD4E-E02A876E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67957-51B6-4E6D-A9CA-EF4B8CB3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00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Booking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7733A-B36A-44F7-B1FF-5BEC913D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76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2FB3A-4F1E-41A2-8E3B-10513583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76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4CEF2-93FE-4B8A-AD80-4425BC6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Cash/Card/Wallet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BAE16-8707-4DFF-8BD2-023FAEA9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00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1503D-B6E2-4917-8C7D-20DB523E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FBB86-A38B-49C6-958C-C2039FCE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31FBC-9BF4-4E96-9707-6FCA57A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Points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840CC-92B4-43EA-AD91-57370B9E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Reward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26BC8-88D1-40EE-A393-91DFE847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59191-060A-4997-8E3D-8F8949B8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A9519C-3FB7-4945-B69C-EEFB26DD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Ratings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443BDE-B565-45C3-AF39-66B3EFDD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00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433CA8-6371-4989-8B4F-4CAD571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8D0CA-DCCA-4DD4-8656-AA3DB7E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960341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0EDBF-41F3-4776-A070-0190A47C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B6F31-7767-43B2-A2F3-F98AD831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54720-DA40-417B-A773-B363A395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Manual service coordination creates delays, missed context, and weak visibility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733F6-B9A1-4A7D-A9C4-35A9345C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app replaces phone-based scheduling and disconnected notes with a structured, auditable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85CAC-2F7F-4FDD-BE85-33E7B248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4610C-0D90-4CED-ABFA-FCD254EC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247C9-086E-4024-9B0D-18926C75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459CE-C6C5-4B5E-A92F-A1F5561D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676D3-3411-4E8A-9645-2D02B45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D24B0-059B-4A18-853C-5CD2CD12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D1497-7A30-4A7C-BC7B-625F26F9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E5C90-B035-453B-A7BD-8A7B9127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D7164-3DA7-42A7-8871-0D219BB9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Booking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A0AE4-FFAE-4F3F-A51F-60B8FA4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C1A1B-FF02-4A13-8466-FC3808B2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Unstructured calls/messages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50686-9D9F-449E-85C6-4F4043D7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7AC6F-F520-4058-A551-5E7AE9C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Validated booking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AD876-9584-4D18-B205-35D3AFC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46C60-C323-444F-BCBA-96604253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Field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FCAB5-A200-4459-AD66-AD4BC55A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52328-BA0E-43B9-9A6F-70AFAE9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813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clear status trail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45613-9D30-4BDC-9512-611663F9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E639B-ACDD-4914-9633-770A59A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Assigned jobs and status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6C640-0917-45F7-B42B-2B58260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E4FFD-34FD-4522-9210-19EFCA79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 retention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B9D59-6B5C-4BB5-B2B5-796538D0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11F242-21CE-4E47-85F5-9F22015E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reward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A25D4-71F0-4251-AC92-6EA44CC2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81B787-D817-456B-A1B1-AC4F9168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Wallet, points, and ratings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C45A2-66A2-4BFF-9DD4-3158F5FF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DFD526-F6D6-468D-8334-6CA6020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598DEC-B716-4BE6-BEE0-D4838D83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71875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6549F7-3C36-481A-8D5A-1E046EB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480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Hard to monitor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985C04-DD87-4619-B39A-937C9C7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FCFFF1-3FEE-4B60-B51C-73DD3114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Dashboards and searchable lists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5782DF-BBF5-4B87-8B0F-71345291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81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6166F-050E-400C-BC1B-A8E4BD15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Value: faster booking, clearer assignments, safer payments, better customer follow-up, and cleaner operational reporting.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0DB61C-2A54-4520-BCC3-E27C713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D65F1-0A78-4549-86C6-6F460B3A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16375526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35CC9-AC33-4764-9407-BB76D9FE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EF9CF-BE10-49E4-A646-CFD77DB0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MAIN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A9F4-32AC-498B-BC48-6C264789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Features are organized around booking, delivery, management, and retention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B7B0C-0257-46F7-A4BB-447CC1F8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Each feature maps to an API and database table so the frontend remains connected to real operational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7021E-B66F-4CB7-8651-7392081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AB9FD-F119-43FB-987F-C25CEF7A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276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01B97-0E76-48F6-AB9A-B3B972FC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1DF94-99DF-4486-828D-DBDDDB19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Vehicle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F00F5-9FF5-469C-8892-3C728A4F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Add, edit, delete, search, and sort customer vehicles.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DB: customer_cars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0D374-013F-4B15-9F74-514513D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276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A9EA8-586A-4FE7-B36D-8C967BE7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7FD3F-FD25-44E0-A6C4-0D1E9FA3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Service booking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84E1D-5D25-432E-BB65-B6778691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 scheduled bookings with location and payment method.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DB: bookings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84F2F-85A7-4400-86C5-FD2AF67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3276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74A08-2AE9-4F30-B27E-C9DDF043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45F77-F314-4041-8407-F77C852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Wallet rewards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47843-D5C2-4FD5-B3CD-E51FFEE0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wallet payments and convert earned points to balance.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DB: wallets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7E3CB-0D4B-4F8F-809E-11B51B5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276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7CAA8-A364-4C74-A9C9-6E757409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A1CA8-B8F5-435C-AE18-EFB65FC6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Job tracking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BCCFD-14BB-45C9-838C-865268CE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Employees start and complete jobs from assigned queues.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DB: booking_assignments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C39B7-F585-4630-9820-4F32985A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3276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869F2-08A9-42C2-AB58-705F9DA3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0CE2D-CC8E-4E2A-93E8-3B6A1989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243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Team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055EE-7874-4B81-ACDF-E7627610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4815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Managers assign employees and company cars to teams.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DB: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87ECC-A6A9-4647-A984-38C6C827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3276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6849D-78BC-4CF5-8DBB-BF2A9C6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9BFD39-DEA0-48C8-BD84-E98F8FD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Ratings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0138C1-8BDE-4D8E-A6C6-70581D18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Customers leave 1-5 star feedback after completion.</a:t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DB: ratings_feedback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C0DB80-603C-42B2-976C-2E61C2EC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7C8111-CF40-46FA-A2C7-AA0B75FA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17957225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CEBD3-69A6-4667-B0BB-F9907DE7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2F565-8392-4459-A79E-168205F7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USER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B5C06-B35C-4D9C-85FE-E54DD847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Three roles share the same platform but see different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46B6-C3F7-4F8D-9DC9-CBBCCE9B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Role-specific screens and APIs reduce confusion and keep operational duties separated.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BA37F-3DE3-4E36-BB99-233BF89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F998C-FC1D-4F9D-BCDC-2FCE5FE7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952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E9CC8-E8BF-4F37-8A89-E9FFA7C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cfdfc540b4ef0">
            <a:extLst>
              <a:ext uri="{96DAC541-7B7A-43D3-8B79-37D633B846F1}">
                <asvg:svgBlip xmlns:asvg="http://schemas.microsoft.com/office/drawing/2016/SVG/main" r:embed="R506dafc075074a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27051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E36A3-1483-4260-9036-3C123AE8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24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2834E-D749-45C2-8226-3ECCDAFF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2343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Books services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Manages vehicles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Pays and earns points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Rates completed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49418-1750-4237-B9AF-E6DC40DD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952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22BA6-2D46-4E18-92B0-E3FD34D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5cf46e9844adc">
            <a:extLst>
              <a:ext uri="{96DAC541-7B7A-43D3-8B79-37D633B846F1}">
                <asvg:svgBlip xmlns:asvg="http://schemas.microsoft.com/office/drawing/2016/SVG/main" r:embed="R4b8f28d5c8d740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19650" y="27051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7A448-22A3-4FFA-A636-42F8A35F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24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Employee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0E55B-0FCA-40C2-9B5C-872651A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343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Views job queue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Opens job details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Navigates to location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Updates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500EE-A9C8-4349-8C28-CB83404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52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D2199-420A-4E12-876D-DBD405F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d6bb210c64003">
            <a:extLst>
              <a:ext uri="{96DAC541-7B7A-43D3-8B79-37D633B846F1}">
                <asvg:svgBlip xmlns:asvg="http://schemas.microsoft.com/office/drawing/2016/SVG/main" r:embed="Reff0dd56b00149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27051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69AA9-AE1F-4309-8E28-A1B7A9BC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Manager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EBABC-D945-467C-AD32-CD0ABCA7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343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Reviews dashboard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Manages teams/services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Creates employees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Monitors bookings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1BB18-26AA-43C5-878B-04DD4D12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00F07-0A51-4430-B0FA-6892AF22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13843465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D7845-A1AC-4A9B-A3FC-C99FB24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D364B-784A-4279-B84D-4BCD900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84715-9F64-48B6-95DB-3C52278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From account access to completed service and customer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C2B1D-64B9-4882-A075-D9BDE2F0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core workflow is a chain of validated state changes rather than disconnected screens.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6FB22-6FDB-4690-94B2-DFC099B1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1046-E102-480D-9605-F8C4299C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562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C8FAD-76ED-444F-8446-FB331546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2B175-F9B1-408C-A8A9-C279B82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D8E86-1184-4CCC-9454-B07267D9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40C6E-F24A-4B30-B969-5481F740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Role routes user to the right home screen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B23A4-E89C-4A82-A611-CC9E5AAA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0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5BE66-E1A5-4F26-B84F-D918938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765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C2FE6-2743-48F5-A197-B171182C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47950"/>
            <a:ext cx="1562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7079C-61A8-46C3-8B98-07D42BBB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2B242-6AAA-41BA-9458-0B08B0E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67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D1857-E540-460E-950A-92D93327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194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770F1-895B-4E1F-9FAA-1420585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 picks service, vehicle, location, and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6CE6E-C6EB-4642-9E23-C2DCA450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00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3CCED-07D8-45BA-AE34-9EE9F284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DD0BE-A160-42E8-AB1C-8C88B4E3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1562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144AD-F5B7-4373-ACD8-A1E4C59E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A9F0C-55C9-470F-A17C-8F54B37B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67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6D4F3-7A5A-49C8-80A7-CBFFA48D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194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4AFC0-FDAA-4C94-98B8-3CD4B10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Cash, card, or wallet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0F60B-0AD1-4B1B-AFBB-B589EE1E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5E6DA-7918-4FA2-87CC-98CD69E2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765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4B789-1038-4EAD-8878-485C122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1562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045DE0-040C-4C10-A58C-566BE158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8AB28-CC95-4780-B611-53BC1B44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67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9DBF2-5161-48E1-A391-6A0BE4D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Assign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AAFE3F-2242-4A45-B85F-9556C1C9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Manager/team data connects work to employees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DA5A4-9E42-4EB5-A8F0-C0E22D9D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0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45C8B9-765C-483E-9201-022B516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765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1A2FD-B871-4914-886A-A8D7829E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1562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433A94-F693-4E3B-9ABA-2F99A1C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5052E3-4162-4CE3-BB03-D362E74E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A2FF40-42E1-4343-A7A6-C5670C6F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194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C145C2-D884-4112-9FCA-1EA75716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Employee starts and completes job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801E4C-D775-4AD7-84DF-A61A8BF4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3D66BE-6B92-4ED5-8502-76696710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7657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89FA15-EF17-49F8-9A4D-85CB0BEC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47950"/>
            <a:ext cx="1562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F4B533-2465-4ED0-940A-514AA16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19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011FC0-BB7F-4080-99B6-AC7037C5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67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8B9532-110F-4BF9-AAB5-F7C9EAE9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8194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763603-E575-467A-B284-F8B62CBA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3850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Points and rating close the loop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D360C4-73AE-4C8D-B061-1D7B716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979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896776-A24A-4699-9755-53694379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81575"/>
            <a:ext cx="920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State model: PENDING -&gt; CONFIRMED -&gt; ASSIGNED -&gt; IN_PROGRESS -&gt; COMPLETED or CANCELLED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36633E-5DD6-4962-BD30-E593374D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BABDA7-C888-4BF8-9BB1-CDA019D8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15970027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DBDD56-EEA1-4E22-B06C-1C57D09A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C34A2-FA00-4C8F-ACB2-ACBAB32D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FRONTEND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887ED-92F3-4712-A9B0-32F6B726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Flutter screens follow role-based navigation and reusable UI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D890E-6049-4BCA-8794-82AD1C5E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frontend is organized into screens, services, widgets, theme, models, and validators.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C687A-5192-4A4B-8144-2F4DEAA2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3B307-6803-4541-927B-6D001DB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EBF92-43BB-409D-85FA-632E9B5B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Screen groups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4BEC4-736F-46DA-81F3-7C7509EE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390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Login and registration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 booking flow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Wallet and rating screens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Employee job queue/details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Manager dashboard and CRUD screens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7688D-AF14-4CBF-A47B-7A16832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7B6EE-598D-42FE-939F-2107B04F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95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Reusable frontend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ACC6A-3AC8-4A5B-A523-15199DB0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390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App theme and color system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Shared buttons and text fields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Empty/error/loading feedback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 client services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Input validators and models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5ba52bf874a7c">
            <a:extLst>
              <a:ext uri="{96DAC541-7B7A-43D3-8B79-37D633B846F1}">
                <asvg:svgBlip xmlns:asvg="http://schemas.microsoft.com/office/drawing/2016/SVG/main" r:embed="Rc238cc1b4fb940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2457450"/>
            <a:ext cx="342900" cy="3429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ff4662aff4844">
            <a:extLst>
              <a:ext uri="{96DAC541-7B7A-43D3-8B79-37D633B846F1}">
                <asvg:svgBlip xmlns:asvg="http://schemas.microsoft.com/office/drawing/2016/SVG/main" r:embed="R25ea9019547f4e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10850" y="2457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8D159-8278-4AF0-946D-C00469C9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224E1-F9B9-4CCD-85F1-A2577783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8752477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5749CE-FE8C-4A80-AE95-4F60661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23AA8-12FD-4766-BEA7-517F356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BACKEND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42788-63BA-4CDF-B2FD-C2106D60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PHP APIs expose focused operations over a shared MySQL schema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41E0D-E0E3-4424-BE14-318511DF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backend is intentionally simple: endpoint scripts, shared helpers, shared DB connection, and prepared SQL.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700BF-5D02-475C-9948-A6502A6B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741A4-233A-4C7E-8293-23E405B6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000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BAF70-C83E-4D5E-AEE3-44D918D2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391F7-E542-4005-9314-0F29D0E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Flutter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AA2DF-6F4F-465B-8AD4-7CF99CF0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657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auth_service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booking_service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wallet_service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job_service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99A38-C932-45D3-8CA1-42F62CE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575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291C3-EA68-46FD-BF7C-953A9336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346D5-2914-49FC-B88A-2B915F5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00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A95ED-470C-44B7-9D2A-5AF7930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8780E-FC74-4D55-90BF-BF44F78F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API endpoints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895A2-3763-4A7F-AB2B-AC22D382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1657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register/login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create_booking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manager_bookings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employee jobs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wallet/rating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13A03-6A6C-4C04-AD1D-DA64BBB0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575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5896C-3DAA-435E-AF6C-1BBF67C3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B64F2-90B1-4992-91DD-CA7E1BDE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2000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ED03A-D5B6-460A-A043-CC5E41D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90234-53C2-4D21-BDCB-D84C077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Shared 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E79D3-CFAA-4B3A-9A44-F93582F2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657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helpers.php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db.php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validation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safe JSON responses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A797B-0765-4CCF-BA89-9C2FB159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5757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18AAB-12A2-4E08-9E83-DC0B1CDF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3432F-21EA-4952-B6C6-285290A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2000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74F20-78D8-4889-935C-AAE24E11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9DEC6-92C6-4F63-9F63-E9B87B1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D1741-BBB3-4C93-BB2A-8F61CCC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1657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bookings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wallets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teams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10AA4-9957-4C99-9626-152FC2E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Compatibility point: API responses keep existing keys while adding pagination metadata for large lists.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A7A85-221E-4C80-A27D-09B25DB8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BB543-40CA-4416-8C19-47424500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7168147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04D15B-CA77-44AA-9B08-9F7AB41F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D436A-8072-49BE-A6F3-C4D368B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8002B-743D-4E27-9C0F-7ADAF50B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Database design connects bookings to the rest of the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F6C0C-3257-4D7E-A925-312D710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Primary keys, foreign keys, unique constraints, checks, and indexes protect core data integrity.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4D201-F64A-4CDA-9A58-A363BDF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25230-5F30-4086-A2A1-6E6943FC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041CC-7E15-4AAF-8AC9-7C880B83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13F36-AEEA-49A3-8335-8933F695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user_id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role enum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4F644-62DB-4822-B1F6-2A255CB3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8FF8C-1151-4732-A0C9-EE6FF02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0041C-C23E-4147-B4F7-44BFBEB9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14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customer_cars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car_id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FK customer_id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4295D-5A4E-444F-9A54-D63CE15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DF508-A41E-4632-BFAE-25862FDA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5A293-0284-4E2D-A04E-9C724DC9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14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bookings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booking_id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FK customer/car/service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A9988-530E-473C-9FDD-B678CF1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D691E-8F82-4151-9523-97825CE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92C06-2259-49F3-9101-26D1E13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services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service_id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unique 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2FA79-7282-4789-9D21-2CB9512C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5AE6B-6CA7-4583-B7AF-728C2843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A44BA-2A02-4BA8-B2C4-53C4C06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910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booking_assignments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assignment_id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unique booking_id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2868F-420B-475C-BDA8-0988DB11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5F916-8BC6-4C68-8289-8E1907B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3267B-6493-43DD-8002-B14E48F9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teams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team_id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FK company_car_id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6BCBD-B72C-4C60-A7B8-C09E23D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785474-AA5E-4F40-BF09-6DB78602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10B90E-FF90-4273-AF62-3F06510F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wallets / transactions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customer_id / txn_id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6735E-F029-4CE1-8D5D-120C2A4A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C2A9E-319F-4450-8757-8C9CD571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9D572-E446-47CD-BC73-F8E2E251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910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ratings_feedback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PK feedback_id</a:t>
            </a:r>
          </a:p>
          <a:p xmlns:a="http://schemas.openxmlformats.org/drawingml/2006/main">
            <a:pPr algn="l">
              <a:defRPr sz="1013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unique booking_id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EC99C-6430-417D-B505-C1376607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F0969F-5987-4B62-A31C-1B5D5F38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384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D08C05-D92F-4942-A63A-C9BC2D6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62FD2E-553B-4839-AB35-A520B81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384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6B449-9448-4FC4-B97E-6910336C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70448-131B-4905-982C-04F30D5E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384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A041D9-FEF3-407C-9121-7021957B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6FFD63-D56A-4DC2-BF8A-FDAE7B42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00425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2468C3-671D-4C17-87BE-E3F6639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291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953217-78C3-4176-BBE6-AF80F395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701D54-935A-4424-AFBD-30C1D10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291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2D8EDA-802A-4137-A3E6-24A447A2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053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D94D1A-42B5-4996-8FB1-E0FBEDC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Core relationship: users create vehicles and bookings; bookings drive assignments, wallet transactions, and ratings.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08EF6-4D50-43DB-91DB-C438EBCE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F270D2-9963-47E8-97A2-802A557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3061381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C0227-A9EB-48FC-8345-EECD6174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B0FFA-9CDB-4A2E-8393-F0BC743A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IMPORTANT SQL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E17B5-24EE-4DFB-A099-A467B0B2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Query improvements target correctness, speed, and safe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A1DBB-A932-4009-8B3A-CF5D78CA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Large list endpoints now use bounded pagination and optional filters/search while schema indexes match the access patterns.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F6ED2-EEEB-4C13-8A60-1F5363E8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1FA4A-3C03-4469-9E69-4EECF0C6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57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E9BFA-28FA-4B36-85C6-E8C120BC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2BADE-5260-421C-88AA-4146AF71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Composite indexes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FABC5-BB75-4B69-AA41-B255DC1D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Added indexes for customer/status/created booking queries, active services/company cars, customer vehicle lists, and feedback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C3633-973D-41E7-9147-085FFE47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3257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2B666-2968-4795-A4A8-D9053E14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55C80-531E-4025-B190-FB256353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19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Safe list queries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05351-5C5F-4CB1-B516-58F031B1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Customer, manager, employee, and vehicle list endpoints support validated limit/offset pagination and parameterized search/filter inputs.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78548-7FCA-463E-B61D-F66A965F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3257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C3232-2EF4-4B97-AEDF-26A913EC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D646D-AE29-4534-B336-78E4E78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Integrity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8EF12-DA68-4E56-979C-4EAFE71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Numeric database checks prevent negative prices, wallet balances, wallet points, and invalid service durations.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C7AD1-008F-4395-B2EC-0228FE4D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3429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732B2-6AD7-446C-8053-F5E5177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8627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0F306-411B-4773-88C3-93A02246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B0ABA-AE1C-4E6C-B028-44F2C90A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862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 behavior improved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10D1C-D0A4-48A9-AD4D-E42C35AF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33925"/>
            <a:ext cx="3429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377F4-9BBE-473D-AB4D-FFDD607A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01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customer_bookings.php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EC4C1-71EE-4E4E-AD41-B7151EA3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33925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91F5F-0BE5-4057-9A50-6A98EB0D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0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type filter + limit/offset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78962-C0D5-4E01-8BF8-DF421580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3429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6725C-A882-467F-8065-4AB7D93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manager_bookings.php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94F4E-95AD-425E-BAC7-5C863A6D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08EA2-BE32-4E92-AEE7-E93DC33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status/search + pagination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DCAF2C-A47D-4256-A7FC-41E2750D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00675"/>
            <a:ext cx="3429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17ACB-0635-4AF6-9AA0-B73B41E3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7687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get_all_bookings_for_employees.php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C325E-D42F-4CBD-B574-7440804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00675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1448D4-FE78-4087-B149-9D256938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768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current queue search + pagination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81527-6796-4604-8920-0F59E93E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34050"/>
            <a:ext cx="3429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13EDD7-FFF9-479F-A014-E13BA07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102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get_all_vehicles.php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B6F921-3D7B-4218-AEC6-A143CDB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34050"/>
            <a:ext cx="590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1580D7-8F9E-42F5-8FA0-5E72148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8102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search, safe sort, pagination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CB5D0-4524-449D-ABC4-531D8020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3BFE24-D51E-42FC-97B0-31AF974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5535872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473A6D-5E8C-4413-98C0-AE6C1AF7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71332-5DCA-4587-BF90-C2FB288B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SECURITY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B24AB-C689-4617-AF87-DC4BB7E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Protection is layered across frontend validation, backend checks, and database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9FE4B-EDB1-49B3-AD1F-8A367433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app avoids relying on a single layer to protect user data and operational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EDE0D-A498-40B5-82C4-B888469A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E3AFC-C0EF-4BC2-8171-014E84FC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962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A4BE7-F71F-4D59-A336-3B725ED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96E6D-974A-4AEC-B09A-8EE2F919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814A1-744D-4F43-9D04-A0BBC2C9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Required fields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Email/password/phone format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Disabled invalid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67F01-F127-4F66-AB59-8C70AEE2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962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5E87C-29D5-498C-B961-454E0255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46ABE-31A7-4F2B-8BAA-E28957A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051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8C2D1-F788-4308-B411-772D40E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Method guards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Prepared statements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Safe errors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Setup key for manager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0ED39-2C4F-4C64-B8A7-90A63746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1962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14C50-EE2A-48A2-9E4C-998B10C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64E3F-CB6E-45AC-9F1A-3328B36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EE190-BAC5-453F-B3BD-B46EF54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FK constraints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Unique keys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CHECK constraints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Indexed access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FAF57-EF8E-43D5-A71D-56A83CEC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1962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260C1-F527-487F-B20C-3A0C8EE1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C9E68-073E-470B-84A9-8D5002A9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52DF8-E7E0-4665-A59E-19F4A2E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hardcoded secrets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Migrations for existing DBs</a:t>
            </a:r>
          </a:p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Manual QA scenarios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67410ca37498c">
            <a:extLst>
              <a:ext uri="{96DAC541-7B7A-43D3-8B79-37D633B846F1}">
                <asvg:svgBlip xmlns:asvg="http://schemas.microsoft.com/office/drawing/2016/SVG/main" r:embed="Re1074049e59c4b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44100" y="11049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1CE46-659E-4C57-8B90-7E0CBE26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E7685-79EF-4C5A-B60B-AC520794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6123223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7AB12-FA3F-42E9-8E0A-4312C5F2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19A78-07B0-40E9-9ED7-C938F3B7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TESTING AND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806C-B5C2-4EE9-A185-8477C996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QA covers API contracts, SQL safety, database integrity, and user-facing edge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087F9-622D-4C1F-9820-CA17976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Automated static checks are paired with manual database/API scenarios for production-like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37FBD-D8F5-434C-825A-7540EF3B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C54C7-FB4C-438D-A021-8769C0DB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9502-D5E8-436D-B273-F3856AF1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646CE-2E5B-450F-811D-5B875C70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F02CF-3E0C-435D-BF64-48E9B2B2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Static backend QA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8E658-C411-42DA-AF26-D118842C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830B8-D591-4956-B954-45B9B5FC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47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E6F0D-C1EB-48C8-A252-AD5DFECD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DD61-AE66-4844-A8D3-2C07F398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718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Manual DB/API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7632B-647F-4B37-97BD-2A19A20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CBC3D-02C5-4F7B-8023-3CBFA667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47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84641-0F58-427C-A09B-040E2ED8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C7130-60CE-4592-A588-E2B469D4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718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Risk categories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E431D-149C-45C8-8693-731097BC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0A9E9-9C1A-4CB0-83D6-D3AE7BD6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B9C4A-97D8-495F-8672-5FBF9263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PHP + Flutter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0558B-4E46-4768-AB4F-87D2C1E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Required verification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9DE28-824E-40E6-8B53-D4A9A0AE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88E77-0B75-4A62-825D-D22CEEB9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481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Coverage area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A23CA-9E40-4932-8CEB-FD7428D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62400"/>
            <a:ext cx="676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B2375-EF8E-4157-8B69-6B735B8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48125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3FEC3-23A7-4330-B58F-0816418D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654A4-2C49-45CB-B28E-F69F819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7197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53876-1E24-4B0C-B85E-39227FCB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95775"/>
            <a:ext cx="676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0D437-3153-4D74-99E0-0209B1E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71975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register, booking, wallet payment, rating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94DB6-870E-4695-B2A4-41477761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9CBC76-BFEB-4B28-8674-31437442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F3DC49-1278-4B18-915F-DD214F73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29150"/>
            <a:ext cx="676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24626-3A90-4B5C-A4CE-B381FAFA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05350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duplicate records, missing fields, invalid IDs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CCCABD-42C1-4FC2-BA00-7D85363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E41785-3E4A-4A56-8784-D652547E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387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AF6461-4380-4153-A26A-F67B74C6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62525"/>
            <a:ext cx="676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4904CC-FB37-41DE-A343-2EC41F61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38725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wrong password, unauthorized vehicle access, SQL injection attempts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FD9679-CBED-40C9-B678-6B64C61A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08C0DD-77F2-4BE5-8909-055D538C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44B95B-1F5D-4D00-B3F5-52D3E6F3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95900"/>
            <a:ext cx="676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10B3A0-2F92-4E05-A0FF-89FA1042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72100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large booking datasets with pagination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03A012-BB40-4DA2-8009-CFF9FC99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52F1E6-74C3-4CE1-804A-226EAF4D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9964709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4A488-C32E-47D6-BD88-CA7C8D5D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FE2DA-4223-4275-9415-FBE6D1E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IMPROVEMENTS MADE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14CC3-E966-4C30-AC5C-017E070B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Database and SQL changes make the system safer and easier to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3D3A4-31EB-4837-BC5D-CE0B1D59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changes focus on production readiness while keeping existing frontend integration working.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00535-02C5-4FDC-8AB4-8904BAEA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5CE78-DC8B-498B-95A3-0B77D6C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998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C3719-026C-4B87-A4E3-6BBA60D2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83994-6C70-4E49-A50F-190FBFED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Schema integrity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CF02D-879E-49C2-8A03-CE991C07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2885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Added missing checks for non-negative balances, points, service price, service duration, and booking price.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813A4-C4B2-4BFE-B376-91D07B5E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998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3FD1A-C8A7-45F3-BD30-886A5D9D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D8096-50C1-4C08-BD91-D59A9DDE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Query 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B9AE4-E421-482D-A6C2-5A81B30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718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Added composite and supporting indexes for the exact booking, vehicle, active service, and feedback access paths.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80AB5-4955-4528-9774-CBE02A8E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998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EAF12-A155-4688-888E-C7B29521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56A65-9593-4112-AD5C-F4629161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API compatibility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DA3D2-32A6-4589-9569-1AB39B51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Added reusable pagination helpers and metadata without removing existing response keys.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56701-1294-48BF-B444-ED420799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998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9E114-B40D-4C35-80F2-7CF6C365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44251-4FF6-4F89-8CAF-F76D843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Migration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6DBF7-9B59-4BCB-861F-45333FBD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577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Added a migration SQL file so existing databases can receive the same indexes and constraints.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D9064-596C-4562-922D-AAA0D08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998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0F215-D52C-4A9A-8BDD-76B87F9F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5421A-661C-4DAF-866D-0C2ECB43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QA documentation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536CB-CE3A-427D-BA5F-615FAC10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0065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Added database/API QA test cases for CRUD, validation, security, edge cases, and performance.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078212-1476-4CC5-990D-C063A5A2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84170-B540-447B-8F05-01895FEA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16955553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8774D4-006A-497B-BA33-0F2A5260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BD5B4-A9C9-471B-9566-15A5FFA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FUTURE ENHANCEMENTS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A2DCD-EF3D-45B6-896D-2CC91F47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next improvements should deepen reliability, visibility, and product polish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34B0F-9FE8-41BC-9A12-25CC2A6C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These are not blockers for the current submission, but they are logical next steps for real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CD67B-3D9C-40D2-953B-6A259F3E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005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7EE30-DB31-4F91-BCF4-64C4A88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714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A498C-4B9F-4B61-A44B-CC97F6F1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C6444-2C5E-47F9-81A3-4808353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693A6-532F-469D-A72F-42711FD7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JWT/session tokens, refresh flow, role-based middleware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4B064-5BA7-4A29-97BF-D8C9100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1714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4452A-F854-456E-B316-7A886BA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11CAD-26A2-4555-AE9F-206E3F47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813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Database 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F0DC5-97F9-431E-B15B-FB3E38D2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Versioned migration runner, backup/restore process, seed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4C57F-F35D-4922-BFED-56977B53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57450"/>
            <a:ext cx="1714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1F2EF-E15E-4322-B08B-0CA5643C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574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CDB4B-FE9A-4196-A719-2D2FC322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Manager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C2DF8-88F9-4AAA-A5C6-94910FB7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Advanced reports, revenue charts, team utilization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DF6E6-F56D-4958-975F-860DCE2F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1714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DD869-7B6F-4E4B-80FE-9270D2DD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CF3C3-F83F-40A0-9C01-63C8BF6A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Customer 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41501-4235-441A-B9C4-DA7E4D92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Notifications, live booking tracking, reorder previous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03DFB-0D27-4F32-AE8C-961A1485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1714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516AD-A943-447E-9847-29CFBF7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DECA5-5D1B-47BF-B10A-30E836C4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5FA90-ED57-4278-96EC-7B8F93A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1470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Integration tests with a real test database and API contract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CF6CC-38E2-4462-9E4C-46FD4181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EEEEB-B43B-4EEF-BBD7-CACF1E43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 Wash Service Booking App - Flutter, PHP, MySQL</a:t>
            </a:r>
          </a:p>
        </p:txBody>
      </p:sp>
    </p:spTree>
    <p:extLst>
      <p:ext uri="{BB962C8B-B14F-4D97-AF65-F5344CB8AC3E}">
        <p14:creationId xmlns:p14="http://schemas.microsoft.com/office/powerpoint/2010/main" val="21050268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8DE95-D6DF-424B-9EC8-DB07E0F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379E4-B176-4B81-BF78-05FD0441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6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DDFE2-C2A8-4ADE-AC7C-143A8861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953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909B2-9356-4D3C-9954-1DA17A9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7F2"/>
                </a:solidFill>
                <a:latin typeface="Aptos"/>
                <a:ea typeface="Aptos"/>
                <a:cs typeface="Aptos"/>
              </a:rPr>
              <a:t>The project now presents a clearer end-to-end application story: a Flutter customer/employee/manager app backed by PHP APIs and a stronger MySQL data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E1F10-84C4-4A83-BB34-EB915DD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38AD4-21F3-4CBB-9709-730F743C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8096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Why it matters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- Customers can book and pay with less friction.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- Employees get clearer work context and status flow.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- Managers gain better operational visibility.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- Database constraints and optimized SQL reduce data risk as usage grows.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35C86-5BC1-4147-927F-29B390DA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Application_Overview.pptx</a:t>
            </a:r>
          </a:p>
        </p:txBody>
      </p:sp>
    </p:spTree>
    <p:extLst>
      <p:ext uri="{BB962C8B-B14F-4D97-AF65-F5344CB8AC3E}">
        <p14:creationId xmlns:p14="http://schemas.microsoft.com/office/powerpoint/2010/main" val="212294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2026-05-14T10:37:39.5490000Z</dcterms:created>
  <dcterms:modified xsi:type="dcterms:W3CDTF">2026-05-14T10:37:39.5490000Z</dcterms:modified>
</coreProperties>
</file>